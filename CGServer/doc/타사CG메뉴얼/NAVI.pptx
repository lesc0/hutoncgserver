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9E709-1E64-9F15-EE17-848583466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1A1F0E-C047-FE88-0E0E-20CFEF4B6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8E5213-9446-2EDA-E13C-6837F846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DFC387-2533-D401-1C12-CF7C9D6A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6D78FF-474D-D955-03C7-B3C7A980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4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C808E-C0FD-F9BB-EB8D-29A6CA96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82A39-09CF-A19A-3382-0CD121EA0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D610AE-EAE1-051F-3752-140FE0ED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9A2E1D-BF7C-8F3B-34C2-01D780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AEB029-E402-84F3-02FD-D92791FCA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09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3C6173-7953-1CDF-5C18-9D250E83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99BDD7-9CEF-264F-AF27-35D642228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645EA0-44C6-CA94-4013-CB60F736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06D00-3E02-D484-6410-535023FD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75CF1-0113-2494-C9D5-2E7B38B9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51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AA72E-0505-E36B-D0EA-963A3C92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53922D-C0C6-1768-7270-B6C6721E5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E89BD7-46A1-2F3E-3939-29CDE2A7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BA07CA-ECC1-E45E-2635-7B483A90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A293AA-6F1A-E45E-FDBF-F78E7BF3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25F37F-C63C-3F8B-63BF-0823DB52C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53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40375-AB07-1809-7DC6-E279C98F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B728C-8FBF-8110-15BF-5AA4FC9C8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08364F-EBC3-FE42-AD41-CEA91EEDC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5B06F3-2C97-F435-B5A4-5B5F4B367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CEB62D-2033-B6C9-9653-8822BB662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89C77B-8F89-C9B9-731C-F5B79E70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2E34320-611F-44C6-B107-F62A0060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006B11-62E0-1242-C0A9-BABEA3D9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94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9182A-32AF-2304-6155-CC324E8A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C811B7-EEA2-4888-7775-6CF6C8D1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D1FB20-8BE5-705A-527B-6EE6D736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F7A11-4710-1C2F-2F29-EE0736C2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0A9462-5F9B-7F5F-C809-97A485C9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F82044-00DF-54E3-9606-E52E7C576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BFA953-2FD1-B7BC-61E8-A4BE1488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80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5E51F-5D2F-FFEA-72AE-97F2B7236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3FDF9A-B86B-5131-06DD-5C1D17BF3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84A47C-D77A-5851-C88D-9C1D6F039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91BA6F-01EE-685F-F958-59A1010B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7BE857-2723-7F0F-7252-28E01C27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ACD21E-630E-CA37-3D9E-159DDE0CC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99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4F09F-2F00-632B-B750-E55F3349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9D1650-9497-7647-B2D8-07E625082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803BEA-91C6-0645-6F27-01CBE35D5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9FBE0-CFB5-BBA6-2FF9-E257AC24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CEBF29-4D13-F9F9-C4D2-EA07903B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FE07CA-972A-9F05-6329-DD555A072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1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C540-4A98-4353-4911-5CEDBD0F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BF6C62-F00B-78ED-1AA7-0B2319302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E15744-2B84-AD23-8170-FA1FB9AB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B05B85-5D14-F822-B60E-77CD50490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515A9D-AB02-20B7-CA4F-FC2F0DAC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492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BADFF7-8E45-BAC2-21A3-AA5125D66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6B6984-6D10-2437-EA37-909D2EFEC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1186E3-C2CF-52BC-0F31-86904B1F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54DC4-A227-A9B1-371E-8D0FD39E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D4E44D-6125-7E2E-3D11-E088D3B8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84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BC1B46-47AA-842E-3EFC-F1B3CCB8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95899B-AF6E-CDE1-05EA-0416E167F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0EFE1-7D46-1935-8F22-CC01D3498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435E7-0920-42B5-9096-B01776B6C5AC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583843-904F-DA8C-E33A-7456A5C0E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39BB58-C19B-9677-186F-16F8BC734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97A9C-7ED7-4A22-9D3B-838BCD8D5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86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5F8D262-9738-6C15-91F4-E6D7A488F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034"/>
            <a:ext cx="12192000" cy="607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47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8D90B0-4855-E65A-E465-3E6FD5411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811"/>
            <a:ext cx="12192000" cy="609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2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BCF3132-B406-AE4A-E27E-A57ECE8A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267031"/>
            <a:ext cx="12192000" cy="22388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92F459-BF5D-EE5E-6023-3C23B2553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21" y="2608302"/>
            <a:ext cx="5677692" cy="26864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87B9FA-4F9B-FBF6-3AE2-B8906920D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605" y="2675116"/>
            <a:ext cx="5630061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01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3A6FD7D-8535-243C-6F8C-F0126E845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68" y="298941"/>
            <a:ext cx="5839640" cy="24006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535EEF-1B03-843D-57EE-EE7B48B64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365" y="298941"/>
            <a:ext cx="5906324" cy="24006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045A9CC-E528-DA93-9E31-819B3A962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51" y="2936243"/>
            <a:ext cx="6134956" cy="25530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0B23FFA-D22E-1E62-D4D0-3EDDDE099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159" y="2936243"/>
            <a:ext cx="5696745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6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FBFE6D0-02C1-F8D6-E888-DE8758B9D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3" y="0"/>
            <a:ext cx="5649113" cy="23244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B6A3B4-7DB1-3887-DF35-B1BD8213E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810" y="2444204"/>
            <a:ext cx="2514951" cy="42868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703EB84-2D53-47EA-727E-6B24FB784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04" y="2510888"/>
            <a:ext cx="2391109" cy="44487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8CBD6D9-18D6-B06C-3A85-3D9FA365C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556" y="2275836"/>
            <a:ext cx="2943636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8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232B535-52CE-8DB3-0BF8-04EBC9D9F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651" y="581538"/>
            <a:ext cx="4959605" cy="25972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B2AE30-B3A4-CB7B-16A4-8EE881713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5" y="492633"/>
            <a:ext cx="4769095" cy="26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상철 이</dc:creator>
  <cp:lastModifiedBy>상철 이</cp:lastModifiedBy>
  <cp:revision>5</cp:revision>
  <dcterms:created xsi:type="dcterms:W3CDTF">2026-09-30T11:37:34Z</dcterms:created>
  <dcterms:modified xsi:type="dcterms:W3CDTF">2026-09-30T13:43:49Z</dcterms:modified>
</cp:coreProperties>
</file>